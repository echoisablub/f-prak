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D1CA19-13DE-C346-A64E-3C22219ED561}" v="1" dt="2026-08-17T11:04:28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2019"/>
  </p:normalViewPr>
  <p:slideViewPr>
    <p:cSldViewPr snapToGrid="0">
      <p:cViewPr>
        <p:scale>
          <a:sx n="115" d="100"/>
          <a:sy n="115" d="100"/>
        </p:scale>
        <p:origin x="376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E0FE8-2717-F041-994C-F607BA698A7B}" type="datetimeFigureOut">
              <a:rPr lang="de-DE" smtClean="0"/>
              <a:t>15.08.26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95D22-8FE9-5241-86F9-99211CCBCA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90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Diese geringe Energie erlaubt es, den Beschleuniger ohne Abschirmungen</a:t>
            </a:r>
            <a:br>
              <a:rPr lang="de-DE" dirty="0"/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̈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 Strahlenschutz betreiben zu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̈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5D22-8FE9-5241-86F9-99211CCBCA6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2579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Um sicherzustellen, dass der Strahl den Quadrupol Q57MATCH exakt auf der magnetischen Achse durchquert, wurde eine Strahlbasierte Justage durchgeführt. Durch Variation des Dipolstroms bei zwei unterschiedlichen </a:t>
            </a:r>
            <a:r>
              <a:rPr lang="de-DE" dirty="0" err="1"/>
              <a:t>Quadrupolstärken</a:t>
            </a:r>
            <a:r>
              <a:rPr lang="de-DE" dirty="0"/>
              <a:t> (IQ1 und IQ2) wurden Regressionsgeraden ermittelt, deren Schnittpunkt den magnetischen Mittelpunkt ID0 definiert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5D22-8FE9-5241-86F9-99211CCBCA6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10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DEBF10-A863-AACC-B90C-9260F2CE0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D4C5B7-CDC2-918E-1534-7A104CA9A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350AE1-D90C-5B97-1D2B-605F8066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3014C4-8161-E573-3F51-57D5548D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76E4D0-533C-471F-7C88-BCDFF868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029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D2D9A-904F-B0D1-2212-163CE883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3749ED-A96F-9A27-4237-0665E8EBD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2C0134-29FE-D3E0-CAE7-DB88C53B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32BC49-07EB-96A2-7399-A1EB39C07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C7EA28-D234-6BAD-4148-587E46BF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01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63600-31B1-93C2-FE0C-BB32CDAB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17D95B-4329-9440-5AD3-4137628C3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69EF73-786D-739E-E12E-88BE6A8B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3557BA-E204-8F50-422F-4A0FA4D0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C2C59B-B967-F9BD-DC02-4AEBAA3D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589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CEEA5-77BC-F067-0B56-0FE77C0E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A2E4E1-36A4-CEC8-2F9F-166747A0D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00DD927-1A92-39C1-CF54-9AA4F46B9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F16F8D-A4CE-9C03-A499-6B6EA06A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86DB84-ECD8-2F4C-69E8-957F6CF8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B58817-8B82-E6C1-EC7E-5E0DA3FE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373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8F86F-F0FE-503B-52C8-F48397FD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DA6171-A154-E5BF-0331-86BE6A8E0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E37811-BFFB-64A2-9F77-03283A603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6325C-7EE9-BC94-DA2D-89ED78657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E243AC2-21D7-9CF1-881E-AF86E2599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60C1C2-C026-1BCE-FF64-4AEF6453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C04CC45-7939-EA6E-CA9D-EA5542AD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85A522F-D047-CE68-C70F-4360AF1F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560D8-EB91-BD0E-BA4B-6F243F79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C04C7D-2B56-293C-5705-F8AC1251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C515FE-C004-76A2-6FBB-3243FA29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BE0941-31D1-93DB-523D-79443A7E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1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17765D-0ADB-497D-A3E2-99C24F6C8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EEC0284-7D61-7D27-AC4F-AABA86EE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A6916E-7CAD-3AA9-67DF-7626A7EB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205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D2156-14D2-E687-CC86-1797E4D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1A0B0B-061A-5425-8C51-F55E53F95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B80213-DE30-AF4B-081E-4E7D460D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2BB5FF-054B-0478-5EC7-82082EB0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B5469A-BCCA-57F1-AE0A-8F8977A6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7372D0-1B40-A5AA-60A9-DA25F121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45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DF1B88-986C-08F8-1BBE-E09320EC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02B151-947E-017B-9C44-A04BA2430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B02063-4D83-EE1A-F7E4-1311DFC2C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7B4AAB-25B4-C9A4-D8F5-034F6FE3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809D8D-80C8-4DBD-48E0-7FDAAB85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9196FE-CD1C-7E28-3254-2B7EBBBE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01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5080B-F1D3-D141-BD5A-96344419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D6C8162-1D70-E0B1-DF64-7D1FE5D25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A22E71-4472-CB6A-27C9-2A02B7072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E603CD-87DE-83EF-9410-0B351649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B844D3-88EA-DA51-6E6B-94AFC85E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91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CC079C-4AC6-1CBF-BF6C-EC97AC6A5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BBF855-7EC3-55E7-3187-147FB88F7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C80BC2-83D7-BDAF-DCCB-A35ADC9B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1731B8-A42E-5D96-C7B8-C3278CA9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8E78FC-B6FE-A805-70D2-3A20962E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8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10C7F91-6C99-DBA7-03CE-A18B1052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27D812-3B11-598A-5360-8397C8488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6E1FE5-9EAD-B91D-6384-8B321BD102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41CE0-83F0-BF48-86D8-FAD17FB43A69}" type="datetimeFigureOut">
              <a:rPr lang="de-DE" smtClean="0"/>
              <a:t>13.08.26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F8E78B-158A-53A1-46C3-F2F74AF2F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25D799-E48E-6B96-FEC6-12CBDE64E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BF1B8-867C-1747-8302-91D77DB7F5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305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D56B9C-0CF0-320A-5A20-34A98FFABA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SALOME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695C34-3652-2DC0-9B1E-2238C76B22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Simple </a:t>
            </a:r>
            <a:r>
              <a:rPr lang="de-DE" dirty="0" err="1"/>
              <a:t>Accelerator</a:t>
            </a:r>
            <a:r>
              <a:rPr lang="de-DE" dirty="0"/>
              <a:t> for Learning </a:t>
            </a:r>
            <a:r>
              <a:rPr lang="de-DE" dirty="0" err="1"/>
              <a:t>Optics</a:t>
            </a:r>
            <a:r>
              <a:rPr lang="de-DE" dirty="0"/>
              <a:t> and Manipulation of </a:t>
            </a:r>
            <a:r>
              <a:rPr lang="de-DE" dirty="0" err="1"/>
              <a:t>Electrons</a:t>
            </a:r>
            <a:r>
              <a:rPr lang="de-DE" dirty="0"/>
              <a:t> </a:t>
            </a:r>
          </a:p>
          <a:p>
            <a:r>
              <a:rPr lang="de-DE" dirty="0"/>
              <a:t>Fortgeschrittenenpraktikum Versuch EXP9</a:t>
            </a:r>
          </a:p>
          <a:p>
            <a:endParaRPr lang="de-DE" dirty="0"/>
          </a:p>
          <a:p>
            <a:r>
              <a:rPr lang="de-DE" dirty="0"/>
              <a:t>Léonie Lanz &amp; Nico Kalogerakis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7839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5EDBC1-E8D2-71E0-18EF-C416A38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288196-9F26-FF46-1DA9-487D243EE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SALOME – Aufbau, Diagnostik, Technische Sachen, </a:t>
            </a:r>
            <a:r>
              <a:rPr lang="de-DE" dirty="0" err="1"/>
              <a:t>etc</a:t>
            </a:r>
            <a:endParaRPr lang="de-DE" dirty="0"/>
          </a:p>
          <a:p>
            <a:r>
              <a:rPr lang="de-DE" dirty="0"/>
              <a:t>Theoretische Grundlagen – Emittanz </a:t>
            </a:r>
            <a:r>
              <a:rPr lang="de-DE" dirty="0" err="1"/>
              <a:t>etc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Oder doch für jeden punkt einzeln behandeln?</a:t>
            </a:r>
          </a:p>
          <a:p>
            <a:r>
              <a:rPr lang="de-DE" dirty="0"/>
              <a:t>(</a:t>
            </a:r>
            <a:r>
              <a:rPr lang="de-DE" dirty="0" err="1"/>
              <a:t>Exp</a:t>
            </a:r>
            <a:r>
              <a:rPr lang="de-DE" dirty="0"/>
              <a:t> Aufbau lieber hier, oder am </a:t>
            </a:r>
            <a:r>
              <a:rPr lang="de-DE" dirty="0" err="1"/>
              <a:t>anfang</a:t>
            </a:r>
            <a:r>
              <a:rPr lang="de-DE" dirty="0"/>
              <a:t>?)</a:t>
            </a:r>
          </a:p>
          <a:p>
            <a:r>
              <a:rPr lang="de-DE" dirty="0"/>
              <a:t>Strahltransport</a:t>
            </a:r>
          </a:p>
          <a:p>
            <a:r>
              <a:rPr lang="de-DE" dirty="0" err="1"/>
              <a:t>Strahbasierte</a:t>
            </a:r>
            <a:r>
              <a:rPr lang="de-DE" dirty="0"/>
              <a:t> Justage</a:t>
            </a:r>
          </a:p>
          <a:p>
            <a:r>
              <a:rPr lang="de-DE" dirty="0"/>
              <a:t>Energiemessung </a:t>
            </a:r>
          </a:p>
          <a:p>
            <a:r>
              <a:rPr lang="de-DE" dirty="0" err="1"/>
              <a:t>Emittanzmessung</a:t>
            </a:r>
            <a:r>
              <a:rPr lang="de-DE" dirty="0"/>
              <a:t> (Hauptteil)</a:t>
            </a:r>
          </a:p>
          <a:p>
            <a:pPr lvl="1"/>
            <a:r>
              <a:rPr lang="de-DE" dirty="0"/>
              <a:t>Twiss </a:t>
            </a:r>
            <a:r>
              <a:rPr lang="de-DE" dirty="0" err="1"/>
              <a:t>parameters</a:t>
            </a:r>
            <a:r>
              <a:rPr lang="de-DE" dirty="0"/>
              <a:t>??</a:t>
            </a:r>
          </a:p>
          <a:p>
            <a:pPr lvl="1"/>
            <a:r>
              <a:rPr lang="de-DE" dirty="0"/>
              <a:t>Beta </a:t>
            </a:r>
            <a:r>
              <a:rPr lang="de-DE" dirty="0" err="1"/>
              <a:t>fkt</a:t>
            </a:r>
            <a:r>
              <a:rPr lang="de-DE" dirty="0"/>
              <a:t>??</a:t>
            </a:r>
          </a:p>
          <a:p>
            <a:pPr lvl="1"/>
            <a:endParaRPr lang="de-DE" dirty="0"/>
          </a:p>
          <a:p>
            <a:r>
              <a:rPr lang="de-DE" dirty="0"/>
              <a:t>Diskussion?</a:t>
            </a:r>
          </a:p>
          <a:p>
            <a:r>
              <a:rPr lang="de-DE"/>
              <a:t>Zusammenfassung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0080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CD714D-212F-A4E7-FE29-DAF43F97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SALOME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6905B2A-E5F7-A87E-B759-5301AE021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71750" y="1962944"/>
            <a:ext cx="70485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7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DE8BAE4-9D65-E04D-846E-B81BB9647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28319" y="1027906"/>
            <a:ext cx="8735361" cy="524458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9D07E5-A934-2131-2F85-E1DABE27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Strahbasierte</a:t>
            </a:r>
            <a:r>
              <a:rPr lang="de-DE" dirty="0"/>
              <a:t> Justage</a:t>
            </a:r>
          </a:p>
        </p:txBody>
      </p:sp>
    </p:spTree>
    <p:extLst>
      <p:ext uri="{BB962C8B-B14F-4D97-AF65-F5344CB8AC3E}">
        <p14:creationId xmlns:p14="http://schemas.microsoft.com/office/powerpoint/2010/main" val="3191756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4A1838-900A-2680-9578-E3EDF0C8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3E92B6-8182-D7B1-C903-FE41989C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966B7D1-73A0-B5B0-B68A-B10A07403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5" y="150000"/>
            <a:ext cx="7772400" cy="466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03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2B825-61D1-B189-9FD0-D0C4D2BE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Energiemessung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025568-0AD9-DEC6-01B1-592832C85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912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02257-7951-868B-8191-0681592E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Emittanzmessung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CD5BF-11C1-9181-B015-DFDD927C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203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Macintosh PowerPoint</Application>
  <PresentationFormat>Breitbild</PresentationFormat>
  <Paragraphs>28</Paragraphs>
  <Slides>7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SALOME</vt:lpstr>
      <vt:lpstr>Gliederung</vt:lpstr>
      <vt:lpstr>SALOME</vt:lpstr>
      <vt:lpstr>Strahbasierte Justage</vt:lpstr>
      <vt:lpstr>PowerPoint-Präsentation</vt:lpstr>
      <vt:lpstr>Energiemessung</vt:lpstr>
      <vt:lpstr>Emittanzmessung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Léonie Lanz</dc:creator>
  <cp:lastModifiedBy>Léonie Lanz</cp:lastModifiedBy>
  <cp:revision>1</cp:revision>
  <dcterms:created xsi:type="dcterms:W3CDTF">2026-08-13T15:15:12Z</dcterms:created>
  <dcterms:modified xsi:type="dcterms:W3CDTF">2026-08-17T11:18:17Z</dcterms:modified>
</cp:coreProperties>
</file>